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630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4A8A">
              <a:alpha val="8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DershaneOPS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2926080" cy="292608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AI Destekli Eğitim Yönetim Platformu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Süreçlerini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Platformda Yönetin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Planlama  ·  Analiz  ·  Takip  ·  AI Rehberlik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0116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Talep 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3657600"/>
            <a:ext cx="2286000" cy="4114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69748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Gün Ücretsiz Dene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KVKK Uyumlu  |  Türkiye Sunucuları  |  7/24 Destek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yönetimi hâlâ karmaşık mı?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2004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64008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Kaybı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programları saatler alıyor, hâlâ çakışmalar oluyor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20240" cy="32004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20240" cy="64008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Takip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performansı Excel'de, veli iletişimi WhatsApp'ta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20240" cy="32004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20240" cy="64008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6634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😤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Yetersiz Raporlar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Velilere anlamlı rapor sunulamıyor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1920240" cy="32004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1920240" cy="64008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7665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 Müdahale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3774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 öğrenciler geç fark ediliyor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 bu süreçleri manuel yönetmek zorunda değilsiniz.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süreci tek sistemde yönetin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640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822960" cy="822960"/>
          </a:xfrm>
          <a:prstGeom prst="rect">
            <a:avLst/>
          </a:prstGeom>
          <a:solidFill>
            <a:srgbClr val="EEF3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Planlayın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64592" cy="1645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ders programı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164592" cy="1645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6868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tespiti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164592" cy="1645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68680" y="3547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 yönetimi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41648"/>
            <a:ext cx="164592" cy="1645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6868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Telafi takibi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291840" y="1005840"/>
            <a:ext cx="2651760" cy="64008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206240" y="1188720"/>
            <a:ext cx="822960" cy="822960"/>
          </a:xfrm>
          <a:prstGeom prst="rect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20624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Edin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4720" y="2670048"/>
            <a:ext cx="164592" cy="164592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70332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&amp; net hesaplama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127248"/>
            <a:ext cx="164592" cy="164592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70332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bazlı performans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584448"/>
            <a:ext cx="164592" cy="164592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703320" y="3547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Gelişim trendleri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4041648"/>
            <a:ext cx="164592" cy="164592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70332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 haritası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126480" y="1005840"/>
            <a:ext cx="2651760" cy="64008"/>
          </a:xfrm>
          <a:prstGeom prst="rect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7040880" y="1188720"/>
            <a:ext cx="822960" cy="822960"/>
          </a:xfrm>
          <a:prstGeom prst="rect">
            <a:avLst/>
          </a:prstGeom>
          <a:solidFill>
            <a:srgbClr val="F0EC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04088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2648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9360" y="2670048"/>
            <a:ext cx="164592" cy="164592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53796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akademik öneriler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127248"/>
            <a:ext cx="164592" cy="164592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53796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çalışma planı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584448"/>
            <a:ext cx="164592" cy="164592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537960" y="3547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öğrenci tespiti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4041648"/>
            <a:ext cx="164592" cy="164592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653796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 raporları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Güçlü Modül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Planlama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&amp; Ölçme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Rehber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76656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2004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Rehberlik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33172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46888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46888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App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33172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61772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1772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233172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76656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6656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Zekası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20040" y="3749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20040" y="4251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Yönetimi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65760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2468880" y="3749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468880" y="4251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Kazanım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65760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617720" y="3749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617720" y="4251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PWA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3657600"/>
            <a:ext cx="196596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766560" y="3749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766560" y="4251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Güvenlik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 için özel panel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65960" cy="640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91540" y="1188720"/>
            <a:ext cx="822960" cy="822960"/>
          </a:xfrm>
          <a:prstGeom prst="rect">
            <a:avLst/>
          </a:prstGeom>
          <a:solidFill>
            <a:srgbClr val="EEF3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9154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" y="2633472"/>
            <a:ext cx="128016" cy="128016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67512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kurumu tek ekrandan izler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3081528"/>
            <a:ext cx="128016" cy="128016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67512" y="3035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metrikler &amp; risk uyarıları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3529584"/>
            <a:ext cx="128016" cy="128016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67512" y="34838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bazlı filtreleme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" y="3977640"/>
            <a:ext cx="128016" cy="128016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67512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zekası raporları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00584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2468880" y="1005840"/>
            <a:ext cx="1965960" cy="64008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040380" y="1188720"/>
            <a:ext cx="822960" cy="822960"/>
          </a:xfrm>
          <a:prstGeom prst="rect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04038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👨‍🏫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46888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633472" y="2633472"/>
            <a:ext cx="128016" cy="128016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2816352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girişi &amp; ödev atama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33472" y="3081528"/>
            <a:ext cx="128016" cy="128016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816352" y="3035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gelişim takibi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33472" y="3529584"/>
            <a:ext cx="128016" cy="128016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2816352" y="34838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sonucu girişi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33472" y="3977640"/>
            <a:ext cx="128016" cy="128016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816352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uyumlu panel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100584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617720" y="1005840"/>
            <a:ext cx="1965960" cy="64008"/>
          </a:xfrm>
          <a:prstGeom prst="rect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5189220" y="1188720"/>
            <a:ext cx="822960" cy="822960"/>
          </a:xfrm>
          <a:prstGeom prst="rect">
            <a:avLst/>
          </a:prstGeom>
          <a:solidFill>
            <a:srgbClr val="F0EC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18922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👨‍🎓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61772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782312" y="2633472"/>
            <a:ext cx="128016" cy="128016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965192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görev sistemi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081528"/>
            <a:ext cx="128016" cy="128016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965192" y="3035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&amp; rozet kazanma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82312" y="3529584"/>
            <a:ext cx="128016" cy="128016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965192" y="34838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&amp; performans analizi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82312" y="3977640"/>
            <a:ext cx="128016" cy="128016"/>
          </a:xfrm>
          <a:prstGeom prst="ellipse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965192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kendi verisini görür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1005840"/>
            <a:ext cx="1965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6766560" y="1005840"/>
            <a:ext cx="1965960" cy="6400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7338060" y="1188720"/>
            <a:ext cx="822960" cy="822960"/>
          </a:xfrm>
          <a:prstGeom prst="rect">
            <a:avLst/>
          </a:prstGeom>
          <a:solidFill>
            <a:srgbClr val="FDF4E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3380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76656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931152" y="2633472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7114032" y="2587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Çocuğunun gelişimini izler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31152" y="3081528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7114032" y="3035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yorumlu PDF raporlar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31152" y="3529584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7114032" y="34838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uyarıları alır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31152" y="3977640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7114032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uyumlu erişim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takip etmeyin, yönetin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verileri sadece göstermez. Analiz eder, yorumlar ve aksiyon önerir.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828800" cy="21945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akademik öneriler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2103120"/>
            <a:ext cx="1828800" cy="21945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6974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8892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bazlı gelişim analizi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1828800" cy="21945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091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006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çalışma planları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103120"/>
            <a:ext cx="1828800" cy="21945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72084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düşüşü uyarıları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zamanda doğru müdahaleyi yaparsınız.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sınavı tek sistemde yönetin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37744" cy="237744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sınav sonuçları kayıt altında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37744" cy="237744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" y="1527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D/Y/B girişi, net hesaplama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37744" cy="237744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&amp; kazanım bazlı analiz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37744" cy="237744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7724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yorumlu gelişim raporu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37744" cy="237744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bazlı şube karşılaştırması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237744" cy="237744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grafiği - aylık ilerleme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4114800" cy="457200"/>
          </a:xfrm>
          <a:prstGeom prst="rect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Öğrencinin sadece bugününü değil, sürecini görürsünüz.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Analiz Raporu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463040"/>
            <a:ext cx="868680" cy="685800"/>
          </a:xfrm>
          <a:prstGeom prst="rect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937760" y="1508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37760" y="18928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Doğru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97880" y="1463040"/>
            <a:ext cx="868680" cy="6858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897880" y="1508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97880" y="18928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Yanlış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463040"/>
            <a:ext cx="868680" cy="685800"/>
          </a:xfrm>
          <a:prstGeom prst="rect">
            <a:avLst/>
          </a:prstGeom>
          <a:solidFill>
            <a:srgbClr val="F0F4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858000" y="1508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0" y="18928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Boş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818120" y="1463040"/>
            <a:ext cx="868680" cy="685800"/>
          </a:xfrm>
          <a:prstGeom prst="rect">
            <a:avLst/>
          </a:prstGeom>
          <a:solidFill>
            <a:srgbClr val="EEF3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818120" y="1508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818120" y="18928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Net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Bazlı Performans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9320" y="2761488"/>
            <a:ext cx="2286000" cy="164592"/>
          </a:xfrm>
          <a:prstGeom prst="rect">
            <a:avLst/>
          </a:prstGeom>
          <a:solidFill>
            <a:srgbClr val="E2EA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5989320" y="2761488"/>
            <a:ext cx="1874520" cy="164592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8321040" y="27249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099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9320" y="3163824"/>
            <a:ext cx="2286000" cy="164592"/>
          </a:xfrm>
          <a:prstGeom prst="rect">
            <a:avLst/>
          </a:prstGeom>
          <a:solidFill>
            <a:srgbClr val="E2EA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989320" y="3163824"/>
            <a:ext cx="1485900" cy="16459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321040" y="31272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Kimya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3566160"/>
            <a:ext cx="2286000" cy="164592"/>
          </a:xfrm>
          <a:prstGeom prst="rect">
            <a:avLst/>
          </a:prstGeom>
          <a:solidFill>
            <a:srgbClr val="E2EA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989320" y="3566160"/>
            <a:ext cx="1028700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321040" y="35295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89320" y="3968496"/>
            <a:ext cx="2286000" cy="164592"/>
          </a:xfrm>
          <a:prstGeom prst="rect">
            <a:avLst/>
          </a:prstGeom>
          <a:solidFill>
            <a:srgbClr val="E2EA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5989320" y="3968496"/>
            <a:ext cx="1783080" cy="164592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8321040" y="39319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37760" y="4343400"/>
            <a:ext cx="3794760" cy="411480"/>
          </a:xfrm>
          <a:prstGeom prst="rect">
            <a:avLst/>
          </a:prstGeom>
          <a:solidFill>
            <a:srgbClr val="EEF3F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5029200" y="43708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Kimya konusunda kritik eksiklik tespit edildi. Kimyasal bağlar konusuna odaklanın.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Kimler kullanıyor?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291840"/>
          </a:xfrm>
          <a:prstGeom prst="rect">
            <a:avLst/>
          </a:prstGeom>
          <a:solidFill>
            <a:srgbClr val="EEF3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🏫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Dershaneler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Planlama, öğrenci takibi ve AI analiz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3291840"/>
          </a:xfrm>
          <a:prstGeom prst="rect">
            <a:avLst/>
          </a:prstGeom>
          <a:solidFill>
            <a:srgbClr val="EAF4E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Okullar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uyumlu kazanım ve rehberlik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20240" cy="3291840"/>
          </a:xfrm>
          <a:prstGeom prst="rect">
            <a:avLst/>
          </a:prstGeom>
          <a:solidFill>
            <a:srgbClr val="F0EC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Etüt Merkezleri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takibi ve gelişim raporları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1920240" cy="3291840"/>
          </a:xfrm>
          <a:prstGeom prst="rect">
            <a:avLst/>
          </a:prstGeom>
          <a:solidFill>
            <a:srgbClr val="FDF4E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76656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👨‍🏫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2011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Koçları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Birebir takip ve veli iletişimi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8F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ölçekten eğitim kurumu için tasarlandı  ·  Küçük dershaneden büyük okul zincirine kadar ölçeklenir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İhtiyacınıza uygun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2926080"/>
          </a:xfrm>
          <a:prstGeom prst="rect">
            <a:avLst/>
          </a:prstGeom>
          <a:solidFill>
            <a:srgbClr val="F0F4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kurumlar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371600" cy="38404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20240" cy="274320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56032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POPÜLER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1920240" cy="2926080"/>
          </a:xfrm>
          <a:prstGeom prst="rect">
            <a:avLst/>
          </a:prstGeom>
          <a:solidFill>
            <a:srgbClr val="EAF4E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5603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🥈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Gelişim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tercih edilen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2880360"/>
            <a:ext cx="1371600" cy="384048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834640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20240" cy="2926080"/>
          </a:xfrm>
          <a:prstGeom prst="rect">
            <a:avLst/>
          </a:prstGeom>
          <a:solidFill>
            <a:srgbClr val="F0EC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66344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🥇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634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Yönetim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tüm modüller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697480"/>
            <a:ext cx="1371600" cy="384048"/>
          </a:xfrm>
          <a:prstGeom prst="rect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1005840"/>
            <a:ext cx="1920240" cy="2926080"/>
          </a:xfrm>
          <a:prstGeom prst="rect">
            <a:avLst/>
          </a:prstGeom>
          <a:solidFill>
            <a:srgbClr val="FDF4E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76656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665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kurumlar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2697480"/>
            <a:ext cx="1371600" cy="38404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040880" y="2697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48640" y="43159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Model:  Temel Paket  +  Seçilen Modüller  +  Öğrenci Sayısı  =  Aylık Ücret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haftada tam kullanıma geçin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487168" y="246888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90288" y="246888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93408" y="246888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920240" cy="3474720"/>
          </a:xfrm>
          <a:prstGeom prst="rect">
            <a:avLst/>
          </a:prstGeom>
          <a:solidFill>
            <a:srgbClr val="EEF3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97280" y="1143000"/>
            <a:ext cx="640080" cy="6400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972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Talep Edin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özel demo randevusu ayarlıyoruz. 30 dakikada tüm sistemi görün.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005840"/>
            <a:ext cx="1920240" cy="3474720"/>
          </a:xfrm>
          <a:prstGeom prst="rect">
            <a:avLst/>
          </a:prstGeom>
          <a:solidFill>
            <a:srgbClr val="EAF4E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640080" cy="640080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2004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Deneyin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gün, 20 öğrenciye kadar tüm AI özellikleri açık. Kredi kartı gerekmez.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920240" cy="3474720"/>
          </a:xfrm>
          <a:prstGeom prst="rect">
            <a:avLst/>
          </a:prstGeom>
          <a:solidFill>
            <a:srgbClr val="F0ECF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303520" y="1143000"/>
            <a:ext cx="640080" cy="640080"/>
          </a:xfrm>
          <a:prstGeom prst="rect">
            <a:avLst/>
          </a:prstGeom>
          <a:solidFill>
            <a:srgbClr val="6B4F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3035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6344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Uzman ekibimiz sistemi sizinle birlikte kurar. Veri aktarımı dahil.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1005840"/>
            <a:ext cx="1920240" cy="3474720"/>
          </a:xfrm>
          <a:prstGeom prst="rect">
            <a:avLst/>
          </a:prstGeom>
          <a:solidFill>
            <a:srgbClr val="FDF4E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406640" y="1143000"/>
            <a:ext cx="640080" cy="64008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4066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Canlıya Geçin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1 haftada tam geçiş. Sürekli destek ekibimiz yanınızda.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4A8A">
              <a:alpha val="8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süreçlerinizi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tanımlayın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Planlayın, analiz edin ve yönetin — tüm eğitim operasyonunuzu tek platformda birleştirin.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286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Talep 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2743200"/>
            <a:ext cx="2286000" cy="47548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880360" y="2743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Gün Ücretsiz Dene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KVKK Uyumlu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 Türkiye Sunucuları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Hızlı Kurulum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7/24 Destek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029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fuat@servispro.com.tr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325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MFK Danışmanlık  |  dershaneops.vercel.app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47365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DershaneOPS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594</Words>
  <Application>Microsoft Macintosh PowerPoint</Application>
  <PresentationFormat>Ekran Gösterisi (16:9)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DershaneOPS Sunum</dc:title>
  <dc:subject>PptxGenJS Presentation</dc:subject>
  <dc:creator>MFK Danışmanlık</dc:creator>
  <cp:lastModifiedBy>Mehmet Fuat Kocabıçak</cp:lastModifiedBy>
  <cp:revision>1</cp:revision>
  <dcterms:created xsi:type="dcterms:W3CDTF">2026-04-18T20:38:46Z</dcterms:created>
  <dcterms:modified xsi:type="dcterms:W3CDTF">2026-04-18T20:42:31Z</dcterms:modified>
</cp:coreProperties>
</file>